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Bharuch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30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Technological University, Ahmedabad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Mobile Application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41148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Summer Internship Report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4754880" cy="1463040"/>
          </a:xfrm>
          <a:prstGeom prst="rect">
            <a:avLst/>
          </a:prstGeom>
          <a:solidFill>
            <a:srgbClr val="0D3B6E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918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Mote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230143107010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at: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 Tech (Jan–Mar 2026)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216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Dharma Tech, Vision &amp; Mission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Introduction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Importance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5968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Activities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807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phases &amp; hands-on 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392424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Technologies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18795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142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98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Booking, Chat &amp; more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0058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1216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&amp; design walkthrough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80136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&amp; data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5968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2807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faced &amp; how they were resolved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392424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outcomes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Company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Dharma Tech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206240" cy="352044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Technology-focused organization specializing in software development &amp; digital solutions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modern applications using mobile, web, and cloud-based technologies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practical internship opportunities for students &amp; developers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innovation, hands-on development, and real-world project exposure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scalable, user-friendly systems for digital transformation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206240" cy="352044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Work Areas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System Design &amp; Development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&amp; Integration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Training &amp; Internship Programs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Develop innovative software solutions supporting technological advancement.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Deliver quality technology while fostering learning &amp; professional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Introduction to Internship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Overview, Need &amp;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10972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86868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68680"/>
            <a:ext cx="109728" cy="12801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960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389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627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Trainee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6868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68680"/>
            <a:ext cx="109728" cy="1280160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960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1389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+Firebase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627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286000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Objectives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27432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knowledge of mobile app development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 implement Flutter framework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Firebase Authentication &amp; Firestore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Hospital Appointment Management App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real-world software project workflows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Internships Matter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27432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 between academics &amp; industry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theoretical knowledge to practical skills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teamwork, debugging &amp; design skills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students to professional development culture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students for real industry challenges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Internship Activities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Phases &amp; Hands-On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28016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Fundamentals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8013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control flow, loops, functions, OOP concepts (classes, objects, constructors)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50208" y="128016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Basics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8013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setup, StatelessWidget &amp; StatefulWidget, UI components: Container, Row, Column, ListView, Screen navigation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7432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6792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2008" y="128016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792" y="18013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for dynamic updates; Riverpod for structured state. Built a To-Do app &amp; Chat app as practice projects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27432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" y="30632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30632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58444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 creation, Auth integration, Login/Signup screens with email &amp; password, error handling, session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64992" y="30632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50208" y="30632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&amp; Chat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58444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database setup, real-time StreamBuilder, chat system with message deduplication &amp; ordering fixes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27432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36792" y="30632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22008" y="30632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36792" y="358444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development: patient booking, staff approval dashboard, doctor dashboard with structured 3-role workflow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Project Profile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Domain &amp;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6868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Mobile Application  |  Domain: Healthcare Management + Mobile Dev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783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management causes long waiting times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&amp; managing appointment records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communication between patients, doctors &amp; staff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unified digital platform for hospital bookings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2519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783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 for easy appointment booking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 to approve/reject requests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 for assigned patient viewing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patient → staff → doctor workflow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 &amp; improve efficiency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840480"/>
            <a:ext cx="8686800" cy="1051560"/>
          </a:xfrm>
          <a:prstGeom prst="rect">
            <a:avLst/>
          </a:prstGeom>
          <a:solidFill>
            <a:srgbClr val="E8F6FB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913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4160520"/>
            <a:ext cx="566928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63624" y="4160520"/>
            <a:ext cx="566928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63624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0744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42616" y="4160520"/>
            <a:ext cx="566928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2616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59736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21608" y="4160520"/>
            <a:ext cx="566928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38728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4160520"/>
            <a:ext cx="566928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79592" y="4160520"/>
            <a:ext cx="566928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96712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Doctor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58584" y="4160520"/>
            <a:ext cx="566928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75704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Views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37576" y="4160520"/>
            <a:ext cx="566928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37576" y="416052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54696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technology stack for the Hospital Appointment Management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38404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43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Framework (cross-platform UI)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Programming Language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(State Management)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Widgets &amp; Navigation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38404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743200" cy="438912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157276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(secure login)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(real-time NoSQL DB)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(notifications)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synchronization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38404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51560"/>
            <a:ext cx="2743200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515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157276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VS Code (IDE)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(project management)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(version control)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SDK &amp; Emulator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Application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of the Hospital Appointment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66420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Firebase login &amp; registration with email/password, session management, and role-based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77640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66420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submit appointment requests with medical problem details, stored in Firestore for staff 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05840"/>
            <a:ext cx="2743200" cy="73152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6792" y="166420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 to review, approve or reject appointment requests and assign doctors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7180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5840" y="31729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" y="363016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view all assigned patient appointments, details &amp; consultation info in one organized 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971800"/>
            <a:ext cx="2743200" cy="7315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977640" y="31729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64992" y="363016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 between patients, doctors &amp; staff via Firestore StreamBuilder with message bubbles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29718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971800"/>
            <a:ext cx="2743200" cy="73152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49440" y="31729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6792" y="363016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receive notifications for appointment approval, rejection, and new messages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User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Firebase Authentication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886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0972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with details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appointment status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doctors/staff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medical records history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886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097280"/>
            <a:ext cx="822960" cy="822960"/>
          </a:xfrm>
          <a:prstGeom prst="ellipse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incoming requests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appointments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doctors to patients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patients &amp; doctors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clinic operations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43200" cy="3886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1097280"/>
            <a:ext cx="822960" cy="8229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appointments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patient details &amp; history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patients &amp; staff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 schedule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consultation status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share a common login/signup screen powered by Firebase Auth — only the dashboard changes based on the user's role.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Patient → Staff → Doctor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111556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115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7099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Logs 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app, enters email &amp; password, authenticated via Firebase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58568" y="1801368"/>
            <a:ext cx="10972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00584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1115568"/>
            <a:ext cx="548640" cy="54864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115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17099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14600" y="2011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date/time, enters reason for visit, submits the form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53128" y="1801368"/>
            <a:ext cx="10972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00584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30952" y="111556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1115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7099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Firestore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2011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stored with status 'Pending' and becomes visible to staff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47688" y="1801368"/>
            <a:ext cx="10972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00584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25512" y="1115568"/>
            <a:ext cx="548640" cy="54864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1115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17099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03720" y="20116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sees request on dashboard, examines patient details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01752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1832" y="312724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3127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3721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Assign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004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selects a doctor (e.g., Dr. Shubham) and confirms assignment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23160" y="301752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36392" y="3127248"/>
            <a:ext cx="548640" cy="54864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36392" y="3127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3721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Notified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51460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appears in doctor's dashboard with patient details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301752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30952" y="312724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0952" y="3127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3721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0916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sees status updated to 'Approved' in their appointments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Real-Time Chat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Firebase Firestore with StreamBuilder for instant message delivery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60520" cy="38404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message → stored in Firestore collection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StreamBuilder listens to the collection in real-time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message triggers an automatic UI rebuild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bubbles with timestamps appear instantly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has a unique chat room ID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see all conversations; patients/doctors see their own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51960" cy="173736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4475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bubbles (sent/received styling)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on each message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scrolling to latest message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conversations interface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880360"/>
            <a:ext cx="4251960" cy="196596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971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messages and incorrect ordering were initially observed. Fixed by: assigning unique IDs to each message and implementing proper Firestore stream handling with ordered queries.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User Interface Screens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 &amp; Screen-by-Screen Walkthrough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193852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login with 'Welcome Back' design. Firebase Auth integrated.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100584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05840"/>
            <a:ext cx="1938528" cy="914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Screen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87168" y="153619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with Full Name, Email, Password &amp; role selection (Patient / Doctor / Staff).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62856" y="100584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62856" y="1005840"/>
            <a:ext cx="193852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54296" y="153619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with 'Book Appointment Now' CTA, upcoming appointments &amp; navigation tabs.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00584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1005840"/>
            <a:ext cx="1938528" cy="91440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1143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21424" y="153619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picker, time picker, reason for visit input field &amp; Confirm Appointment button.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1938528" cy="914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0040" y="345643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pending requests with Assign Doctor, Reject, Message, and Call action buttons.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95728" y="292608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95728" y="2926080"/>
            <a:ext cx="193852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87168" y="345643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upcoming, completed &amp; cancelled appointments. Profile with DOCTOR role badge.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62856" y="2926080"/>
            <a:ext cx="193852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2856" y="2926080"/>
            <a:ext cx="1938528" cy="91440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Screen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54296" y="345643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list showing recent messages with timestamps. Search bar for filtering chats.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Clean, responsive UI built with Flutter widgets. Consistent navigation bar (Home, Appointments, Messages, Profile) across all user roles.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— 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for Scalability &amp; Maintainability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8686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0972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612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User Interface (Flutter Widgets)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8132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Signup, Patient Dashboard, Appointment Booking, Staff Dashboard, Doctor Dashboard, Chat Screen — responsive layouts with smooth navigation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057400"/>
            <a:ext cx="8686800" cy="8686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57400"/>
            <a:ext cx="109728" cy="8686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21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State Management (Riverpod)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4414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manages app state; auto-updates UI on data change; maintains separation between business logic and presentation layer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686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09728" cy="868680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81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Service Layer (API Bridge)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4015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communication with Firebase services; processes user requests; performs authentication and database operations; keeps app modular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86868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977640"/>
            <a:ext cx="109728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41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Backend (Firebase)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43616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for secure login; Firestore for storing user data, appointments &amp; chat messages; real-time data synchronization across users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Flow: Message sent → Firestore updated → StreamBuilder triggered → UI refreshed instantly across all connected devices.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Work Completed &amp; System Status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Modules Successfully Implemented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6128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3441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register, login, session management, error handling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6128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0515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0" y="13441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form with date, time, reason; stores to Firestore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1965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6712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057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Dashboard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2350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Approve/Reject, Assign Doctor, view pending requests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16712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057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0" y="2350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appointments, patient details, consultation info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297180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7296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" y="3355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Firestore-powered instant messaging between all user roles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17296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3063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0" y="3355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alerts for appointments &amp; new messages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39776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17880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5840" y="4069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05840" y="4361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sees only features relevant to their role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17880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86400" y="4069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0" y="4361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Flutter widgets, consistent navigation, tested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tested for proper functionality, reliability, and smooth user experience across all three user roles.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Challenges &amp;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Problems Encountered &amp; How They Were Resolved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6858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01168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Real-Time Chat Data Issues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messages and incorrect message ordering appeared in the chat system during initial testing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13716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46304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unique IDs to each message, used ordered Firestore queries, and implemented proper stream handling techniques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874520"/>
            <a:ext cx="8686800" cy="6858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874520"/>
            <a:ext cx="201168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87452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State Management Performance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2240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UI rebuilds caused performance issues when data changed, leading to flickering and lag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1874520"/>
            <a:ext cx="13716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2402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Riverpod state management to rebuild only affected widgets, improving app performance significantly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651760"/>
            <a:ext cx="8686800" cy="6858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51760"/>
            <a:ext cx="201168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65176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Firebase Setup &amp; Auth Errors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3017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errors and complex Firestore collection structure caused data flow issues early 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2651760"/>
            <a:ext cx="13716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651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301752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configured Firebase, structured Firestore collections, and debugged API responses systematically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429000"/>
            <a:ext cx="8686800" cy="6858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429000"/>
            <a:ext cx="201168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42900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UI Performance &amp; Flickering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had slow loading and flickering due to improper widget rebuilding patterns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3429000"/>
            <a:ext cx="13716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429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379476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layouts, reduced unnecessary builds, added loading indicators for better perceived performance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4206240"/>
            <a:ext cx="8686800" cy="6858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4206240"/>
            <a:ext cx="201168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20624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Role-Based Access Control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6032" y="45720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data and features per user role (patient/doctor/staff) needed careful architecture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0" y="4206240"/>
            <a:ext cx="13716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06240" y="457200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RBAC in Firestore rules and Flutter routing so each role only accesses relevant screens &amp; data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Skills Acquired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Professional Growth During the Internship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&amp; Dart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development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Widget-based UI architecture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routing systems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 lifecycle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Ecosystem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setup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NoSQL data modeling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with StreamBuilder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71800"/>
            <a:ext cx="4206240" cy="411480"/>
          </a:xfrm>
          <a:prstGeom prst="rect">
            <a:avLst/>
          </a:prstGeom>
          <a:solidFill>
            <a:srgbClr val="F4A427"/>
          </a:solidFill>
          <a:ln w="12700">
            <a:solidFill>
              <a:srgbClr val="F4A4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provider pattern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UI &amp; business logic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widget rebuilds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async data states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lifecycle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performance tuning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&amp; communication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user role can access in the application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Appointment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Own Appointments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Assigned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Doctor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with Others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Internship Outcomes &amp; Future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109728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 fully functional Hospital Appointment Management Mobile Application using Flutter &amp; Firebase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core features implemented: Authentication, Appointment Booking, Staff Management, Doctor Dashboard, Chat, Notifications &amp; RBAC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tested for functionality, reliability, and smooth multi-role user experience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306324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Concepts Applied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widget architecture &amp; Dart OOP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Firestore &amp; real-time sync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with Riverpod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patterns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251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1546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Planned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52044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 feature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doctor recommendation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 for admins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by DharmaTech Pvt. Ltd.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52044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Name: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 Pratham Madhukarbhai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64608" y="1536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Bharuch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313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in Computer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2313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DharmaTech Pvt. Ltd.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3090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Trainee Developer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3090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January 2026 to 31st March 2026 (3 Months)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867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8679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Shah, CTO — DharmaTech Private Limited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excellent performance, strong technical skills, and proactive attitude towards learning and problem-solving.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D3B6E">
              <a:alpha val="20000"/>
            </a:srgbClr>
          </a:solidFill>
          <a:ln w="12700">
            <a:solidFill>
              <a:srgbClr val="0D3B6E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2743200" y="2029968"/>
            <a:ext cx="3657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Mobile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— Academic Year 2025–26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108960"/>
            <a:ext cx="6400800" cy="1600200"/>
          </a:xfrm>
          <a:prstGeom prst="rect">
            <a:avLst/>
          </a:prstGeom>
          <a:solidFill>
            <a:srgbClr val="132238"/>
          </a:solidFill>
          <a:ln w="635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200400"/>
            <a:ext cx="6035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Mote</a:t>
            </a:r>
            <a:endParaRPr lang="en-US" sz="13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230143107010  |  B.E. Computer Engineering</a:t>
            </a:r>
            <a:endParaRPr lang="en-US" sz="13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7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Engineering College, Bharuch</a:t>
            </a:r>
            <a:endParaRPr lang="en-US" sz="13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DharmaTech Pvt. Ltd. | Jan–Mar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Flutter &amp; Firebase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Management Mobile Application</dc:title>
  <dc:subject>PptxGenJS Presentation</dc:subject>
  <dc:creator>PptxGenJS</dc:creator>
  <cp:lastModifiedBy>PptxGenJS</cp:lastModifiedBy>
  <cp:revision>1</cp:revision>
  <dcterms:created xsi:type="dcterms:W3CDTF">2026-04-17T17:37:59Z</dcterms:created>
  <dcterms:modified xsi:type="dcterms:W3CDTF">2026-04-17T17:37:59Z</dcterms:modified>
</cp:coreProperties>
</file>