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05840"/>
            <a:ext cx="10607040" cy="4846320"/>
          </a:xfrm>
          <a:prstGeom prst="roundRect">
            <a:avLst/>
          </a:prstGeom>
          <a:solidFill>
            <a:srgbClr val="133B5C">
              <a:alpha val="92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8288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URBAN-STAY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88720" y="26974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Progress Presentation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3337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Report | Work Completed So Far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40690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Under Construction (Approximately 50-60% Complete)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49377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Student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buSzPct val="100000"/>
              <a:buChar char="•"/>
            </a:pPr>
            <a:r>
              <a:rPr lang="en-US" sz="20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 and Objective</a:t>
            </a:r>
            <a:endParaRPr lang="en-US" sz="2000" dirty="0"/>
          </a:p>
          <a:p>
            <a:pPr marL="279400" indent="-279400">
              <a:buSzPct val="100000"/>
              <a:buChar char="•"/>
            </a:pPr>
            <a:r>
              <a:rPr lang="en-US" sz="20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Features Implemented</a:t>
            </a:r>
            <a:endParaRPr lang="en-US" sz="2000" dirty="0"/>
          </a:p>
          <a:p>
            <a:pPr marL="279400" indent="-279400">
              <a:buSzPct val="100000"/>
              <a:buChar char="•"/>
            </a:pPr>
            <a:r>
              <a:rPr lang="en-US" sz="20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Used</a:t>
            </a:r>
            <a:endParaRPr lang="en-US" sz="2000" dirty="0"/>
          </a:p>
          <a:p>
            <a:pPr marL="279400" indent="-279400">
              <a:buSzPct val="100000"/>
              <a:buChar char="•"/>
            </a:pPr>
            <a:r>
              <a:rPr lang="en-US" sz="20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(Week 1 to Week 12)</a:t>
            </a:r>
            <a:endParaRPr lang="en-US" sz="2000" dirty="0"/>
          </a:p>
          <a:p>
            <a:pPr marL="279400" indent="-279400">
              <a:buSzPct val="100000"/>
              <a:buChar char="•"/>
            </a:pPr>
            <a:r>
              <a:rPr lang="en-US" sz="20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Half-Done Modules (Under Construction)</a:t>
            </a:r>
            <a:endParaRPr lang="en-US" sz="2000" dirty="0"/>
          </a:p>
          <a:p>
            <a:pPr marL="279400" indent="-279400">
              <a:buSzPct val="100000"/>
              <a:buChar char="•"/>
            </a:pPr>
            <a:r>
              <a:rPr lang="en-US" sz="20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Status, Challenges, and Next Steps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Review Ready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Urban-Stay Real Estate Platform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10972800" cy="44805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BD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Urban-Stay is a full-stack real estate platform for property discovery and listing management.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role-based access (User, Seller, Admin), property posting, smart search/filtering, inquiries, and reviews.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includes dashboards for each role and integrates AI price prediction and online payment modules.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currently under construction, and this report presents work completed over 12 weeks.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Construction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Minimal Features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implemented 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5394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practical web platform where users can search properties and communicate with sellers using a secure, role-based workflow.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0" cy="4389120"/>
          </a:xfrm>
          <a:prstGeom prst="line">
            <a:avLst/>
          </a:prstGeom>
          <a:noFill/>
          <a:ln w="12700">
            <a:solidFill>
              <a:srgbClr val="B6C6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097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Features Completed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50876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and login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 and search filter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role dashboards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and review flows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alerts and featured listings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learned and applied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32720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8229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18, Vite, React Router, Tailwind CSS, Axios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Node.js, Express.js, MongoDB, Mongoose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Authentication, bcrypt Password Hashing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Razorpay, Nodemailer, Flask ML Service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Implementation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1-3 Progress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+ Mini Project Phase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72800" cy="4023360"/>
        </p:xfrm>
        <a:graphic>
          <a:graphicData uri="http://schemas.openxmlformats.org/drawingml/2006/table">
            <a:tbl>
              <a:tblPr/>
              <a:tblGrid>
                <a:gridCol w="1371600"/>
                <a:gridCol w="4846320"/>
                <a:gridCol w="4754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Project-related technologies: Git, Node.js basics, MongoDB fundamentals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guided practice and local 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fundamentals, routing basics, API calling with Axios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small UI pages and tested API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project to apply MERN concepts end-to-end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CRUD project completed and documented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6235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Note: Weeks 1-3 were dedicated to learning and mini project development only.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Complete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4-7 Progress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Urban-Stay Development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89920" cy="4389120"/>
        </p:xfrm>
        <a:graphic>
          <a:graphicData uri="http://schemas.openxmlformats.org/drawingml/2006/table">
            <a:tbl>
              <a:tblPr/>
              <a:tblGrid>
                <a:gridCol w="1645920"/>
                <a:gridCol w="713232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architecture planning, folder setup, route planning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base screens: home layout, navigation, reusable UI components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pages and role-based route protection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listing basics, form setup, API connection 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1325880"/>
            <a:ext cx="10789920" cy="548640"/>
          </a:xfrm>
          <a:prstGeom prst="rect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Setup Done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8-12 Progress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Dashboard, and Integrations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789920" cy="4754880"/>
        </p:xfrm>
        <a:graphic>
          <a:graphicData uri="http://schemas.openxmlformats.org/drawingml/2006/table">
            <a:tbl>
              <a:tblPr/>
              <a:tblGrid>
                <a:gridCol w="1554480"/>
                <a:gridCol w="7406640"/>
                <a:gridCol w="1828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search/filter, property details page, image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Done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User/Seller/Admin dashboard modules and inquiry 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Done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model/controller development and DB logic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Done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Review, alerts, and featured listing modules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Done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and payment integration started; full testing 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1234440"/>
            <a:ext cx="10789920" cy="530352"/>
          </a:xfrm>
          <a:prstGeom prst="rect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Pending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Completed So Far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working modules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10972800" cy="5257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module (register, login, role-based access)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 and search/filter module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user, seller, and admin dashboard structure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and review submission workflows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alert and featured listing core flows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frontend-backend integration for primary routes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Modules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Half-Done / Under-Construction Modules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 pending completion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97280"/>
            <a:ext cx="10972800" cy="5394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seller workflow and complete inquiry response cycle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verification refinements and analytics improvements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price prediction model training + production tuning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 success/failure full testing cycle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and utility modules final integration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QA testing and deployment hardening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98932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completion estimate: ~55% (project is still under development).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Halfly Done Work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Build Snapshot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connected right 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3291840" cy="1828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291840" cy="1828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783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3291840" cy="18288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783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ML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Flask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11880" y="1828800"/>
            <a:ext cx="640080" cy="45720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1828800"/>
            <a:ext cx="640080" cy="45720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57600"/>
            <a:ext cx="10789920" cy="2286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9776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flow is functional for major pages.</a:t>
            </a:r>
            <a:endParaRPr lang="en-US" sz="1500" dirty="0"/>
          </a:p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effort is on integration quality, testing, and deployment.</a:t>
            </a:r>
            <a:endParaRPr lang="en-US" sz="1500" dirty="0"/>
          </a:p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modules are connected but not fully production-ready.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 Build Phase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During 12 Weeks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engineering transition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258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technology learning with parallel module implementation.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role-based complexity across frontend and backend routes.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API contract changes while UI pages were under active build.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ML and payment modules with stable error handling.</a:t>
            </a:r>
            <a:endParaRPr lang="en-US" sz="1700" dirty="0"/>
          </a:p>
          <a:p>
            <a:pPr marL="241300" indent="-2413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complete end-to-end testing within limited academic timeline.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5303520"/>
            <a:ext cx="1078992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5778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Team gained strong full-stack understanding, and project is steadily progressing toward completion.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Incrementally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Development Plan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Week-12 roadmap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8895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789920" cy="4206240"/>
        </p:xfrm>
        <a:graphic>
          <a:graphicData uri="http://schemas.openxmlformats.org/drawingml/2006/table">
            <a:tbl>
              <a:tblPr/>
              <a:tblGrid>
                <a:gridCol w="4480560"/>
                <a:gridCol w="1828800"/>
                <a:gridCol w="4480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pending 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and connected all modules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ML and payment flows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advanced feature support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testing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Bug-reduced release candidate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and final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Submission-ready final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1371600"/>
            <a:ext cx="10789920" cy="548640"/>
          </a:xfrm>
          <a:prstGeom prst="rect">
            <a:avLst/>
          </a:prstGeom>
          <a:solidFill>
            <a:srgbClr val="134074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92640" y="6309360"/>
            <a:ext cx="2148840" cy="320040"/>
          </a:xfrm>
          <a:prstGeom prst="round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0" y="636422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Completion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0"/>
            <a:ext cx="9692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Urban-Stay project has achieved major foundational milestones over 12 weeks.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1-3 were used for project technology learning and a mini project.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 4 onward, core modules were developed and partially integrated.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Project is under construction with halfly done modules clearly identified.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0" y="5669280"/>
            <a:ext cx="5212080" cy="502920"/>
          </a:xfrm>
          <a:prstGeom prst="round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58064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Progress Presentation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College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Urban-Stay Weekly Progress (12 Weeks)</dc:title>
  <dc:subject>Urban-Stay weekly progress presentation</dc:subject>
  <dc:creator>Urban-Stay Team</dc:creator>
  <cp:lastModifiedBy>Urban-Stay Team</cp:lastModifiedBy>
  <cp:revision>1</cp:revision>
  <dcterms:created xsi:type="dcterms:W3CDTF">2026-04-17T18:29:11Z</dcterms:created>
  <dcterms:modified xsi:type="dcterms:W3CDTF">2026-04-17T18:29:11Z</dcterms:modified>
</cp:coreProperties>
</file>